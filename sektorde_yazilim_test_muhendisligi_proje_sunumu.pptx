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antason Bold" charset="1" panose="00000000000000000000"/>
      <p:regular r:id="rId19"/>
    </p:embeddedFont>
    <p:embeddedFont>
      <p:font typeface="Cloud" charset="1" panose="02000000000000000000"/>
      <p:regular r:id="rId20"/>
    </p:embeddedFont>
    <p:embeddedFont>
      <p:font typeface="Cloud Bold" charset="1" panose="02000000000000000000"/>
      <p:regular r:id="rId21"/>
    </p:embeddedFont>
    <p:embeddedFont>
      <p:font typeface="Fira Code" charset="1" panose="020B080905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69817" y="7566545"/>
            <a:ext cx="3818183" cy="2720455"/>
          </a:xfrm>
          <a:custGeom>
            <a:avLst/>
            <a:gdLst/>
            <a:ahLst/>
            <a:cxnLst/>
            <a:rect r="r" b="b" t="t" l="l"/>
            <a:pathLst>
              <a:path h="2720455" w="3818183">
                <a:moveTo>
                  <a:pt x="0" y="0"/>
                </a:moveTo>
                <a:lnTo>
                  <a:pt x="3818183" y="0"/>
                </a:lnTo>
                <a:lnTo>
                  <a:pt x="3818183" y="2720455"/>
                </a:lnTo>
                <a:lnTo>
                  <a:pt x="0" y="2720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21453" y="3039476"/>
            <a:ext cx="12845094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SEKTÖRDE YAZILIM TEST MÜHENDİSLİĞİ PROJE SUNUMU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89305" y="5542549"/>
            <a:ext cx="690939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Mustafa AYKUT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22360859028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95413" y="1759186"/>
            <a:ext cx="40487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İÇİNDEKİLER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26500" y="2847208"/>
            <a:ext cx="4793277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Bölüm 1 — YZ Modeli Testi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YZ neden farklı test ister?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Görüntü işleme riskleri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Başarı Metrikleri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Veri kaynaklı hatalar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Çözüm yaklaşımları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04758" y="2847208"/>
            <a:ext cx="4729874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Bölüm 2 — REST API Testi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Proje tanıtımı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Mimari ve test sınıfları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GET/POST/Negatif testler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 Sonuç ve değerlendirme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85541" y="2534069"/>
            <a:ext cx="1231691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YZ NEDEN GELENEKSEL TESTLERE UYMAZ?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8823" y="3861953"/>
            <a:ext cx="430836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Geleneksel Yazılım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Deterministik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Test: PASS / FAIL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Net ve tekrarlanabilir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0876" y="3861953"/>
            <a:ext cx="5893436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Yapay Zeka Modeli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Veriden öğrenir, tahmin yapar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Olasılıksal çıktı verir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Test != hata bulma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698823" y="6452753"/>
            <a:ext cx="1175548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Yapay zeka testi modelin güvenilirliğini ve performansını ölçme sürecidir.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5813" y="2384994"/>
            <a:ext cx="124985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GÖRÜNTÜ İŞLEME NEDEN RİSKLİ BİR ALAN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1468" y="3870060"/>
            <a:ext cx="4118157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Çevre Koşulları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Kamera açısı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Işık ve gölge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Hava durumu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Hareket bulanıklılığı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69774" y="3870060"/>
            <a:ext cx="4672932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Gerçek Riskler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Karlı havada şerit kaybı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Gece güvenlik açığı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Düşük çözünürlük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Oklüzyonlar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12854" y="3870060"/>
            <a:ext cx="459367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Test Zorunluluğu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İdeal koşullar yetersiz.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Edge case seneryoları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Gürültülü veri testleri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Stres testleri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2531" y="7103559"/>
            <a:ext cx="1392506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Modeli sadece laboratuvar ortamında değil, zorlu gerçek dünya koşullarında test etmeliyiz.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12467" y="2384994"/>
            <a:ext cx="1286306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NESNE TESPİTİNDE BAŞARI NASIL ÖLÇÜLÜR?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386" y="3989839"/>
            <a:ext cx="4768036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[P] Precision — Kesinlik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Modelin “insan” dediklerinin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kaçı gerçekten insan?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⇒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False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Positive’leri ölçer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Yanlış alarm sayısını minimize eder.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12430" y="3989839"/>
            <a:ext cx="4672932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[R] Recall — Duyarlılık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Ekrandaki tüm nesneleri bulabildik mi?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⇒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False Negative’leri ölçer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Gözden kaçanları </a:t>
            </a: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minimize eder.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61370" y="3989839"/>
            <a:ext cx="4958244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IoU — Konum Dogrulugu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Tahmin kutusu gerçek sınırları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ne kadar sarar?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⇒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Bounding box kalitesi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Intersection over Union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12467" y="2384994"/>
            <a:ext cx="1286306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VERİ SETİ KAYNAKLI HATALARIN TESPİTİ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386" y="3989839"/>
            <a:ext cx="6907881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Yanlılık (Bias)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yalnızca gündüz görüntüleriyle eğitildi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⇒ Gece performansı çöker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⇒ Test mühendisi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veri eksikliğini tespit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etmeli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Çözüm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 Çeşitlendirilmiş eğitim seti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10570" y="3989839"/>
            <a:ext cx="7209045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Asiri Ogrenme (Overfitting)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eğitim verisini ezberler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Yeni veriyl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 karşılaşınca başarısız olur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⇒ Validation/Test seti ayrımı kritik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Çözüm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 R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egularization, Cross-validation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2255" y="8039100"/>
            <a:ext cx="822349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YZ’da test = Kodun testi değil, Verinin testidir.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1095" y="2384994"/>
            <a:ext cx="1384581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TESTLERİ NEDEN DAHA ZORLU HALE GETİRİRİZ?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386" y="3989839"/>
            <a:ext cx="6907881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Veri Çoğaltma (Data Augmentation)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Elimizdeki test görüntüleri yapay olarak zorlaştırın: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Parlaklık veya kontrast değiştirme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Döndürme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ve yatay / dikey çevirme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Kar, yağmur, sis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efekti ekleme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Kırpma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ve yakınlaştırma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10570" y="3989839"/>
            <a:ext cx="7209045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Sürekli İzleme (Monitoring)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canlıya geçtikten sonra da test bitmez: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Gerçek zamanlı perfo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rmans takibi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Metrik dashboard’ları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Drift tespiti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Otomatik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uyarı mekanizması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2541" y="8039100"/>
            <a:ext cx="998291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Eğitim ⟶ Augmentation ⟶ Test ⟶ Canlı ⟶ Monitoring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744072"/>
            <a:ext cx="1301849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BÖLÜM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4754" y="4944222"/>
            <a:ext cx="1301849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REST API TEST OTOMASYONU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4626" y="5885703"/>
            <a:ext cx="617874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Java · Maven · JUnit · REST Assured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1095" y="2384994"/>
            <a:ext cx="1384581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PROJE TANITIMI — REST ASSURED OTOMASYON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05904" y="3870060"/>
            <a:ext cx="6907881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Proje Hakkında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JSONPlaceholder REST API üzerinde otomatik regresyon testleri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✓ HTTP Status Code doğrulama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✓ Response Body kontrolleri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✓ Yanıt süresi testle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✓ JSON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↔ POJO dönüşümü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×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Negati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 test seneryoları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48088" y="3870060"/>
            <a:ext cx="4134008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Kullanılan Teknolojiler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▶ Java 11+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▶ Maven 3.8+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▶ JUnit 4.13.2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▶ REST A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ssured 5.4.0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▶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Hamcrest 2.2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▶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Jackson 2.16.1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1095" y="1614487"/>
            <a:ext cx="1384581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PROJE MİMARİSİ VE BDD SÖZDİZİMİ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2877476"/>
            <a:ext cx="8522402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Proje Yapısı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src/test/java/com/example/api/models/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Post.java // POJO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tests/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BaseTest.java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PostGetTest.java // 5 test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PostCreateTest.java // 3 test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PostNegativeT</a:t>
            </a: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est.java // 8 test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9388" y="2877476"/>
            <a:ext cx="7139912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BDD Tarzı Sözdizimi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given()         // On Kosullar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.spec(requestSpec)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.body(requestBody)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.when()         // Eylem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.post("/po</a:t>
            </a: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sts")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.then()         // Dogrulamalar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.statusCode(201)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.body("id", notNullValue())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Fira Code"/>
                <a:ea typeface="Fira Code"/>
                <a:cs typeface="Fira Code"/>
                <a:sym typeface="Fira Code"/>
              </a:rPr>
              <a:t>.time(lessThan(3000L), MILLIS);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461208" y="2096186"/>
          <a:ext cx="13365583" cy="3700148"/>
        </p:xfrm>
        <a:graphic>
          <a:graphicData uri="http://schemas.openxmlformats.org/drawingml/2006/table">
            <a:tbl>
              <a:tblPr/>
              <a:tblGrid>
                <a:gridCol w="3341396"/>
                <a:gridCol w="3341396"/>
                <a:gridCol w="3341396"/>
                <a:gridCol w="3341396"/>
              </a:tblGrid>
              <a:tr h="921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C3571"/>
                          </a:solidFill>
                          <a:latin typeface="Cloud Bold"/>
                          <a:ea typeface="Cloud Bold"/>
                          <a:cs typeface="Cloud Bold"/>
                          <a:sym typeface="Cloud Bold"/>
                        </a:rPr>
                        <a:t>Test Sınıfı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C3571"/>
                          </a:solidFill>
                          <a:latin typeface="Cloud Bold"/>
                          <a:ea typeface="Cloud Bold"/>
                          <a:cs typeface="Cloud Bold"/>
                          <a:sym typeface="Cloud Bold"/>
                        </a:rPr>
                        <a:t>Adet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C3571"/>
                          </a:solidFill>
                          <a:latin typeface="Cloud Bold"/>
                          <a:ea typeface="Cloud Bold"/>
                          <a:cs typeface="Cloud Bold"/>
                          <a:sym typeface="Cloud Bold"/>
                        </a:rPr>
                        <a:t>Doğrulama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C3571"/>
                          </a:solidFill>
                          <a:latin typeface="Cloud Bold"/>
                          <a:ea typeface="Cloud Bold"/>
                          <a:cs typeface="Cloud Bold"/>
                          <a:sym typeface="Cloud Bold"/>
                        </a:rPr>
                        <a:t>Kapsam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Get Tests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5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Status, POJO,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Listeleme, tek kayıt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Post Tests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3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Status 201, Echo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Kayıt oluşturma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1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Negative Tests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3 PASS+ 5 FAIL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Bilinçli FAIL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C3571"/>
                          </a:solidFill>
                          <a:latin typeface="Cloud"/>
                          <a:ea typeface="Cloud"/>
                          <a:cs typeface="Cloud"/>
                          <a:sym typeface="Cloud"/>
                        </a:rPr>
                        <a:t>Hata seneryoları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C35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919796" y="6235149"/>
            <a:ext cx="6479912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PASS Beklenen (Negatif)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Geçersiz endpoint → 404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Var olmayan kaynak silme → 200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Boş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body ile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POST → 201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9152" y="6175089"/>
            <a:ext cx="5669053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Bilinçli FAIL (Gözlem Amaçlı)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Yanlış status code beklentisi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Olmayan JSON alanı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Yanlış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liste b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oyutu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1095" y="2384994"/>
            <a:ext cx="1384581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SONUÇ VE ÇIKARIMLARI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9796" y="3848100"/>
            <a:ext cx="575078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YZ Modeli Testi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Test = Güvenilirlik ölçümü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Bias ve Drift takibi önemi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Edge case’ler standart olmalı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Sürekli 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izleme zorunlu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8050" y="3848100"/>
            <a:ext cx="5180154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REST API Test Otomasyonu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BDD ile okunabilir testler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DRY ile sürdürülebilirlik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POJO ile type-</a:t>
            </a: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safety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19796" y="7178940"/>
            <a:ext cx="1244840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Test Mühendisliği; butonları değil, algoritmaların mantığını güvence atlına alır.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2643187"/>
            <a:ext cx="13018493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BENİ DİNLEDİĞİNİZ İÇİN TEŞEKKÜRLER!</a:t>
            </a:r>
          </a:p>
          <a:p>
            <a:pPr algn="ctr">
              <a:lnSpc>
                <a:spcPts val="8400"/>
              </a:lnSpc>
            </a:pPr>
          </a:p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SORU &amp; CEVAP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26975" y="970204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DAHKUj2CVqM</dc:identifier>
  <dcterms:modified xsi:type="dcterms:W3CDTF">2011-08-01T06:04:30Z</dcterms:modified>
  <cp:revision>1</cp:revision>
  <dc:title>SEKTÖRDE YAZILIM TEST MÜHENDİSLİĞİ PROJE SUNUMU</dc:title>
</cp:coreProperties>
</file>